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Montserrat-regular.fntdata"/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a494d5bc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e7a494d5bc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593463" y="562715"/>
            <a:ext cx="4849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57200" y="1183005"/>
            <a:ext cx="3977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709160" y="1183005"/>
            <a:ext cx="39777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6583681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6583681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" name="Google Shape;110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22" Type="http://schemas.openxmlformats.org/officeDocument/2006/relationships/image" Target="../media/image29.png"/><Relationship Id="rId21" Type="http://schemas.openxmlformats.org/officeDocument/2006/relationships/image" Target="../media/image7.png"/><Relationship Id="rId24" Type="http://schemas.openxmlformats.org/officeDocument/2006/relationships/image" Target="../media/image28.png"/><Relationship Id="rId23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5.jpg"/><Relationship Id="rId26" Type="http://schemas.openxmlformats.org/officeDocument/2006/relationships/image" Target="../media/image25.png"/><Relationship Id="rId25" Type="http://schemas.openxmlformats.org/officeDocument/2006/relationships/image" Target="../media/image22.png"/><Relationship Id="rId28" Type="http://schemas.openxmlformats.org/officeDocument/2006/relationships/image" Target="../media/image26.png"/><Relationship Id="rId27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29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6.png"/><Relationship Id="rId31" Type="http://schemas.openxmlformats.org/officeDocument/2006/relationships/image" Target="../media/image19.png"/><Relationship Id="rId30" Type="http://schemas.openxmlformats.org/officeDocument/2006/relationships/image" Target="../media/image37.png"/><Relationship Id="rId11" Type="http://schemas.openxmlformats.org/officeDocument/2006/relationships/image" Target="../media/image1.png"/><Relationship Id="rId33" Type="http://schemas.openxmlformats.org/officeDocument/2006/relationships/image" Target="../media/image27.png"/><Relationship Id="rId10" Type="http://schemas.openxmlformats.org/officeDocument/2006/relationships/image" Target="../media/image16.png"/><Relationship Id="rId32" Type="http://schemas.openxmlformats.org/officeDocument/2006/relationships/image" Target="../media/image30.png"/><Relationship Id="rId13" Type="http://schemas.openxmlformats.org/officeDocument/2006/relationships/image" Target="../media/image13.png"/><Relationship Id="rId35" Type="http://schemas.openxmlformats.org/officeDocument/2006/relationships/image" Target="../media/image33.png"/><Relationship Id="rId12" Type="http://schemas.openxmlformats.org/officeDocument/2006/relationships/image" Target="../media/image12.png"/><Relationship Id="rId34" Type="http://schemas.openxmlformats.org/officeDocument/2006/relationships/image" Target="../media/image21.png"/><Relationship Id="rId15" Type="http://schemas.openxmlformats.org/officeDocument/2006/relationships/image" Target="../media/image36.png"/><Relationship Id="rId37" Type="http://schemas.openxmlformats.org/officeDocument/2006/relationships/image" Target="../media/image38.png"/><Relationship Id="rId14" Type="http://schemas.openxmlformats.org/officeDocument/2006/relationships/image" Target="../media/image23.png"/><Relationship Id="rId36" Type="http://schemas.openxmlformats.org/officeDocument/2006/relationships/image" Target="../media/image32.png"/><Relationship Id="rId17" Type="http://schemas.openxmlformats.org/officeDocument/2006/relationships/image" Target="../media/image3.jpg"/><Relationship Id="rId39" Type="http://schemas.openxmlformats.org/officeDocument/2006/relationships/image" Target="../media/image31.png"/><Relationship Id="rId16" Type="http://schemas.openxmlformats.org/officeDocument/2006/relationships/image" Target="../media/image8.png"/><Relationship Id="rId38" Type="http://schemas.openxmlformats.org/officeDocument/2006/relationships/image" Target="../media/image34.png"/><Relationship Id="rId19" Type="http://schemas.openxmlformats.org/officeDocument/2006/relationships/image" Target="../media/image20.jpg"/><Relationship Id="rId1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552" y="-514232"/>
            <a:ext cx="8546936" cy="6245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8"/>
          <p:cNvSpPr txBox="1"/>
          <p:nvPr/>
        </p:nvSpPr>
        <p:spPr>
          <a:xfrm>
            <a:off x="3682602" y="907367"/>
            <a:ext cx="1779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CLIENTS</a:t>
            </a:r>
            <a:endParaRPr b="1" i="0" sz="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4942" y="1648123"/>
            <a:ext cx="676247" cy="370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6524" y="3144821"/>
            <a:ext cx="1161472" cy="1139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4703" y="1614459"/>
            <a:ext cx="634913" cy="411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83968" y="1616481"/>
            <a:ext cx="434132" cy="434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8934" y="2915867"/>
            <a:ext cx="676247" cy="3669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Jang Pets | Lazada MY" id="123" name="Google Shape;12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00219" y="3426353"/>
            <a:ext cx="601621" cy="590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dge Cast Iron | South Pittsburg, TN" id="124" name="Google Shape;12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64867" y="2925455"/>
            <a:ext cx="640261" cy="376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76595" y="1616481"/>
            <a:ext cx="790310" cy="43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59564" y="1384519"/>
            <a:ext cx="854704" cy="838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84662" y="2677984"/>
            <a:ext cx="790303" cy="775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964691" y="2815266"/>
            <a:ext cx="634913" cy="597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951898" y="2870780"/>
            <a:ext cx="576742" cy="45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495609" y="3439120"/>
            <a:ext cx="571234" cy="564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inarez Official Store Online, March 2023 | Shopee Malaysia" id="131" name="Google Shape;131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990681" y="2140220"/>
            <a:ext cx="571234" cy="56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29246" y="2915636"/>
            <a:ext cx="731489" cy="44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91767" y="2184827"/>
            <a:ext cx="790321" cy="475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051641" y="3426365"/>
            <a:ext cx="854704" cy="433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964916" y="3297791"/>
            <a:ext cx="854704" cy="83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819336" y="3543459"/>
            <a:ext cx="925636" cy="43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723531" y="3471237"/>
            <a:ext cx="1033475" cy="57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2231841" y="4004091"/>
            <a:ext cx="690186" cy="693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999832" y="4170447"/>
            <a:ext cx="790310" cy="388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909749" y="4053401"/>
            <a:ext cx="1033482" cy="622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005991" y="4110709"/>
            <a:ext cx="731499" cy="48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916396" y="4146218"/>
            <a:ext cx="731500" cy="437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8"/>
          <p:cNvPicPr preferRelativeResize="0"/>
          <p:nvPr/>
        </p:nvPicPr>
        <p:blipFill rotWithShape="1">
          <a:blip r:embed="rId29">
            <a:alphaModFix/>
          </a:blip>
          <a:srcRect b="12084" l="0" r="0" t="11680"/>
          <a:stretch/>
        </p:blipFill>
        <p:spPr>
          <a:xfrm>
            <a:off x="2262909" y="2229104"/>
            <a:ext cx="676246" cy="51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8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954656" y="2149517"/>
            <a:ext cx="571222" cy="573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 rotWithShape="1">
          <a:blip r:embed="rId31">
            <a:alphaModFix/>
          </a:blip>
          <a:srcRect b="0" l="10438" r="13092" t="0"/>
          <a:stretch/>
        </p:blipFill>
        <p:spPr>
          <a:xfrm>
            <a:off x="1350245" y="2148045"/>
            <a:ext cx="925631" cy="680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 rotWithShape="1">
          <a:blip r:embed="rId32">
            <a:alphaModFix/>
          </a:blip>
          <a:srcRect b="25291" l="0" r="0" t="21554"/>
          <a:stretch/>
        </p:blipFill>
        <p:spPr>
          <a:xfrm>
            <a:off x="3097256" y="1639181"/>
            <a:ext cx="731494" cy="388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4991250" y="2222900"/>
            <a:ext cx="790294" cy="427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392899" y="2942724"/>
            <a:ext cx="854700" cy="38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35">
            <a:alphaModFix/>
          </a:blip>
          <a:srcRect b="23388" l="0" r="0" t="29411"/>
          <a:stretch/>
        </p:blipFill>
        <p:spPr>
          <a:xfrm>
            <a:off x="2970313" y="2284475"/>
            <a:ext cx="1033475" cy="48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 rotWithShape="1">
          <a:blip r:embed="rId36">
            <a:alphaModFix/>
          </a:blip>
          <a:srcRect b="12273" l="0" r="0" t="0"/>
          <a:stretch/>
        </p:blipFill>
        <p:spPr>
          <a:xfrm>
            <a:off x="6845119" y="4004100"/>
            <a:ext cx="790294" cy="69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1482125" y="4170442"/>
            <a:ext cx="676256" cy="413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8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6914738" y="1607783"/>
            <a:ext cx="601632" cy="451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709874" y="-1"/>
            <a:ext cx="434125" cy="472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